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257" r:id="rId5"/>
    <p:sldId id="390" r:id="rId6"/>
    <p:sldId id="391" r:id="rId7"/>
    <p:sldId id="392" r:id="rId8"/>
    <p:sldId id="393" r:id="rId9"/>
    <p:sldId id="394" r:id="rId10"/>
    <p:sldId id="395" r:id="rId11"/>
    <p:sldId id="396" r:id="rId12"/>
    <p:sldId id="397" r:id="rId13"/>
    <p:sldId id="38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1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F84B38-D05D-40DC-950F-A0AD12B967E1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A1623-8B34-48F2-9F15-F5E8E8F69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8514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960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92247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1B6BC-D639-F449-A88A-1DFC5F88D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 b="0" i="0">
                <a:latin typeface="Playfair Display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801EE0-34F8-494E-BC45-9C050EC0F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652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DA715-AC41-AF40-B8C0-6EBCEFE7D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95" y="582627"/>
            <a:ext cx="10738805" cy="1108061"/>
          </a:xfrm>
          <a:prstGeom prst="rect">
            <a:avLst/>
          </a:prstGeom>
        </p:spPr>
        <p:txBody>
          <a:bodyPr/>
          <a:lstStyle>
            <a:lvl1pPr>
              <a:defRPr sz="4000" b="0" i="0">
                <a:latin typeface="Playfair Display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808C3-5F10-8943-AFE3-F9FE50DE4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995" y="1925903"/>
            <a:ext cx="10738805" cy="4251059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951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E16DF-0EC1-F346-80D4-05F77DFC9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95" y="1523622"/>
            <a:ext cx="10572244" cy="2852737"/>
          </a:xfrm>
          <a:prstGeom prst="rect">
            <a:avLst/>
          </a:prstGeom>
        </p:spPr>
        <p:txBody>
          <a:bodyPr anchor="b"/>
          <a:lstStyle>
            <a:lvl1pPr>
              <a:defRPr sz="4000" b="0" i="0">
                <a:latin typeface="Playfair Display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5FF31-AF75-F14B-B569-24216365F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995" y="4531541"/>
            <a:ext cx="10732455" cy="15581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4438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6DEC3-DB74-434A-99CE-E20838897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95" y="509799"/>
            <a:ext cx="10738805" cy="1180889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layfair Display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5A9C3-FA74-C049-8D0D-92679EF76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4995" y="1830542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47BE7-FEA8-C044-AA55-4F1B16D7F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44750" y="1830541"/>
            <a:ext cx="5211946" cy="43464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8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0A46-B6AC-CA44-8FED-236329A38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811" y="436970"/>
            <a:ext cx="10756577" cy="125371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layfair Display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79E8D-58C2-B84E-B4A4-FF3225334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8811" y="1690688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9D5F59-537F-104A-A0AF-F6DEB1647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8811" y="2535420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88B79F-1690-964F-945B-6D16F0711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CEF02C-EDB8-D744-9198-D3E08AC33B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35420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765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D3725-15E3-8649-B88C-78066B51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624" y="44604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 b="0" i="0">
                <a:latin typeface="Playfair Display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933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620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0DC8-600A-B347-99F9-628BF10FD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212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Playfair Display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24867-BF7D-5345-91E8-72C585FA8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986158-1487-C743-89F6-4F5C47886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3212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8868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73FE4-50E5-4E48-B22E-548BD0983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02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 b="0" i="0">
                <a:latin typeface="Playfair Display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307AEE-60E2-7E43-A304-F490370BE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5312182" cy="38435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F2D99-0A04-9242-AB1E-FF89268B9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02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1248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53C16-3122-744A-B8BA-42789E1BB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95" y="388418"/>
            <a:ext cx="10738805" cy="1302270"/>
          </a:xfrm>
          <a:prstGeom prst="rect">
            <a:avLst/>
          </a:prstGeom>
        </p:spPr>
        <p:txBody>
          <a:bodyPr/>
          <a:lstStyle>
            <a:lvl1pPr>
              <a:defRPr sz="4000" b="0" i="0">
                <a:latin typeface="Playfair Display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95964-BB91-6E44-A211-96CF27C79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4995" y="1796433"/>
            <a:ext cx="10738805" cy="3261090"/>
          </a:xfrm>
          <a:prstGeom prst="rect">
            <a:avLst/>
          </a:prstGeom>
        </p:spPr>
        <p:txBody>
          <a:bodyPr vert="eaVert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762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CD1E26-AAFD-DC4D-9727-ED2AD57526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09799"/>
            <a:ext cx="2628900" cy="4499171"/>
          </a:xfrm>
          <a:prstGeom prst="rect">
            <a:avLst/>
          </a:prstGeom>
        </p:spPr>
        <p:txBody>
          <a:bodyPr vert="eaVert"/>
          <a:lstStyle>
            <a:lvl1pPr>
              <a:defRPr sz="4000" b="0" i="0">
                <a:latin typeface="Playfair Display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04AA2-651F-2C42-8394-969AE264F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09799"/>
            <a:ext cx="7734300" cy="5667164"/>
          </a:xfrm>
          <a:prstGeom prst="rect">
            <a:avLst/>
          </a:prstGeom>
        </p:spPr>
        <p:txBody>
          <a:bodyPr vert="eaVert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1537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9100" y="1435862"/>
            <a:ext cx="10363200" cy="1038112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/>
            </a:lvl1pPr>
          </a:lstStyle>
          <a:p>
            <a:r>
              <a:rPr lang="en-AU" dirty="0" smtClean="0"/>
              <a:t>Click to edit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9100" y="2473973"/>
            <a:ext cx="10363200" cy="300316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 smtClean="0"/>
              <a:t>Click to edit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419100" y="354064"/>
            <a:ext cx="8180917" cy="661939"/>
          </a:xfrm>
          <a:prstGeom prst="rect">
            <a:avLst/>
          </a:prstGeom>
        </p:spPr>
        <p:txBody>
          <a:bodyPr vert="horz" lIns="0" tIns="0" rIns="0" bIns="0" anchor="b"/>
          <a:lstStyle>
            <a:lvl1pPr marL="0" indent="0">
              <a:buNone/>
              <a:defRPr sz="2400">
                <a:solidFill>
                  <a:srgbClr val="005ABB"/>
                </a:solidFill>
              </a:defRPr>
            </a:lvl1pPr>
          </a:lstStyle>
          <a:p>
            <a:pPr lvl="0"/>
            <a:r>
              <a:rPr lang="en-AU" dirty="0" smtClean="0"/>
              <a:t>Click to edit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F2E949-DEAA-4DC2-874C-8BF9E550F721}" type="datetime1">
              <a:rPr lang="en-US" altLang="en-US"/>
              <a:pPr>
                <a:defRPr/>
              </a:pPr>
              <a:t>3/23/2020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C67432-4D0D-498B-8E06-DDD74DF8BB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9730409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481135"/>
            <a:ext cx="10972800" cy="4525963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AU" dirty="0" smtClean="0"/>
              <a:t>Click to edit Master text styles</a:t>
            </a:r>
          </a:p>
          <a:p>
            <a:pPr lvl="1"/>
            <a:r>
              <a:rPr lang="en-AU" dirty="0" smtClean="0"/>
              <a:t>Second level</a:t>
            </a:r>
          </a:p>
          <a:p>
            <a:pPr lvl="2"/>
            <a:r>
              <a:rPr lang="en-AU" dirty="0" smtClean="0"/>
              <a:t>Third level</a:t>
            </a:r>
          </a:p>
          <a:p>
            <a:pPr lvl="3"/>
            <a:r>
              <a:rPr lang="en-AU" dirty="0" smtClean="0"/>
              <a:t>Fourth level</a:t>
            </a:r>
          </a:p>
          <a:p>
            <a:pPr lvl="4"/>
            <a:r>
              <a:rPr lang="en-AU" dirty="0" smtClean="0"/>
              <a:t>Fifth level</a:t>
            </a:r>
            <a:endParaRPr lang="en-US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419100" y="354064"/>
            <a:ext cx="8180917" cy="661939"/>
          </a:xfrm>
          <a:prstGeom prst="rect">
            <a:avLst/>
          </a:prstGeom>
        </p:spPr>
        <p:txBody>
          <a:bodyPr vert="horz" lIns="0" tIns="0" rIns="0" bIns="0" anchor="b"/>
          <a:lstStyle>
            <a:lvl1pPr marL="0" indent="0">
              <a:buNone/>
              <a:defRPr sz="2400">
                <a:solidFill>
                  <a:srgbClr val="005ABB"/>
                </a:solidFill>
              </a:defRPr>
            </a:lvl1pPr>
          </a:lstStyle>
          <a:p>
            <a:pPr lvl="0"/>
            <a:r>
              <a:rPr lang="en-AU" dirty="0" smtClean="0"/>
              <a:t>Click to edit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296E8D-F30F-4684-8566-9454DA4F07C5}" type="datetime1">
              <a:rPr lang="en-US" altLang="en-US"/>
              <a:pPr>
                <a:defRPr/>
              </a:pPr>
              <a:t>3/23/2020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8CF717-E94F-4178-BBFB-878CD0D04B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5638107"/>
      </p:ext>
    </p:extLst>
  </p:cSld>
  <p:clrMapOvr>
    <a:masterClrMapping/>
  </p:clrMapOvr>
  <p:transition spd="slow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60" t="1459" r="24478" b="38451"/>
          <a:stretch>
            <a:fillRect/>
          </a:stretch>
        </p:blipFill>
        <p:spPr bwMode="auto">
          <a:xfrm>
            <a:off x="9894888" y="4713288"/>
            <a:ext cx="2297112" cy="214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7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388" y="5367338"/>
            <a:ext cx="107315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TextBox 12"/>
          <p:cNvSpPr txBox="1">
            <a:spLocks noChangeArrowheads="1"/>
          </p:cNvSpPr>
          <p:nvPr userDrawn="1"/>
        </p:nvSpPr>
        <p:spPr bwMode="auto">
          <a:xfrm>
            <a:off x="515938" y="6376988"/>
            <a:ext cx="11223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0070C0"/>
                </a:solidFill>
                <a:cs typeface="Arial" panose="020B0604020202020204" pitchFamily="34" charset="0"/>
              </a:rPr>
              <a:t>jcu.edu.au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4646C2-BB5E-9745-9C68-2E5294FDAF85}"/>
              </a:ext>
            </a:extLst>
          </p:cNvPr>
          <p:cNvCxnSpPr>
            <a:cxnSpLocks/>
          </p:cNvCxnSpPr>
          <p:nvPr userDrawn="1"/>
        </p:nvCxnSpPr>
        <p:spPr>
          <a:xfrm>
            <a:off x="1489075" y="6565900"/>
            <a:ext cx="82804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0A8F343-C29C-EE4E-969B-E4F68C3196A0}"/>
              </a:ext>
            </a:extLst>
          </p:cNvPr>
          <p:cNvCxnSpPr>
            <a:cxnSpLocks/>
          </p:cNvCxnSpPr>
          <p:nvPr userDrawn="1"/>
        </p:nvCxnSpPr>
        <p:spPr>
          <a:xfrm>
            <a:off x="604838" y="320675"/>
            <a:ext cx="113157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102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your.email@jcu.edu.au" TargetMode="External"/><Relationship Id="rId4" Type="http://schemas.openxmlformats.org/officeDocument/2006/relationships/image" Target="../media/image7.jpeg"/><Relationship Id="rId5" Type="http://schemas.openxmlformats.org/officeDocument/2006/relationships/hyperlink" Target="https://www.jcu.edu.au/__data/assets/pdf_file/0003/872544/JCU-Email-Etiquette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/>
          </p:cNvSpPr>
          <p:nvPr/>
        </p:nvSpPr>
        <p:spPr bwMode="auto">
          <a:xfrm>
            <a:off x="2020215" y="1921524"/>
            <a:ext cx="6072188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5400" dirty="0" smtClean="0">
                <a:solidFill>
                  <a:schemeClr val="bg1"/>
                </a:solidFill>
                <a:latin typeface="Malgun Gothic"/>
                <a:cs typeface="Arial" panose="020B0604020202020204" pitchFamily="34" charset="0"/>
              </a:rPr>
              <a:t>강의 제목 (Lecture Title)</a:t>
            </a:r>
          </a:p>
          <a:p>
            <a:pPr eaLnBrk="1" hangingPunct="1"/>
            <a:endParaRPr lang="en-US" altLang="en-US" sz="2800" dirty="0" smtClean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800" dirty="0" smtClean="0">
                <a:solidFill>
                  <a:schemeClr val="bg1"/>
                </a:solidFill>
                <a:latin typeface="Malgun Gothic"/>
                <a:cs typeface="Arial" panose="020B0604020202020204" pitchFamily="34" charset="0"/>
              </a:rPr>
              <a:t>과목 코드 (Subject Code)</a:t>
            </a:r>
            <a:r>
              <a:rPr lang="en-US" altLang="en-US" sz="2800" dirty="0">
                <a:solidFill>
                  <a:schemeClr val="bg1"/>
                </a:solidFill>
                <a:cs typeface="Arial" panose="020B0604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76685789"/>
      </p:ext>
    </p:extLst>
  </p:cSld>
  <p:clrMapOvr>
    <a:masterClrMapping/>
  </p:clrMapOvr>
  <p:transition spd="slow" advTm="1772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 Placeholder 3"/>
          <p:cNvSpPr>
            <a:spLocks noGrp="1"/>
          </p:cNvSpPr>
          <p:nvPr>
            <p:ph type="body" sz="quarter" idx="13"/>
          </p:nvPr>
        </p:nvSpPr>
        <p:spPr bwMode="auto">
          <a:xfrm>
            <a:off x="668203" y="416007"/>
            <a:ext cx="6135688" cy="66198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 sz="4800" dirty="0">
                <a:latin typeface="Malgun Gothic" panose="020B0604020202020204" pitchFamily="34" charset="0"/>
              </a:rPr>
              <a:t>세션 개요 (Session Overview)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3582" y="1499568"/>
            <a:ext cx="4219575" cy="41544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 eaLnBrk="1" hangingPunct="1">
              <a:buClr>
                <a:srgbClr val="00B0F0"/>
              </a:buClr>
              <a:buFont typeface="+mj-lt"/>
              <a:buAutoNum type="arabicPeriod"/>
              <a:defRPr/>
            </a:pPr>
            <a:r>
              <a:rPr lang="en-US" sz="4000" dirty="0">
                <a:latin typeface="Malgun Gothic"/>
              </a:rPr>
              <a:t>도입</a:t>
            </a:r>
          </a:p>
          <a:p>
            <a:pPr marL="457200" indent="-457200" eaLnBrk="1" hangingPunct="1">
              <a:buClr>
                <a:srgbClr val="00B0F0"/>
              </a:buClr>
              <a:buFont typeface="+mj-lt"/>
              <a:buAutoNum type="arabicPeriod"/>
              <a:defRPr/>
            </a:pPr>
            <a:r>
              <a:rPr lang="en-US" sz="4000" dirty="0">
                <a:latin typeface="Malgun Gothic"/>
              </a:rPr>
              <a:t>주제 1</a:t>
            </a:r>
          </a:p>
          <a:p>
            <a:pPr marL="457200" indent="-457200" eaLnBrk="1" hangingPunct="1">
              <a:buClr>
                <a:srgbClr val="00B0F0"/>
              </a:buClr>
              <a:buFont typeface="+mj-lt"/>
              <a:buAutoNum type="arabicPeriod"/>
              <a:defRPr/>
            </a:pPr>
            <a:r>
              <a:rPr lang="en-US" sz="4000" dirty="0">
                <a:latin typeface="Malgun Gothic"/>
              </a:rPr>
              <a:t>주제 2</a:t>
            </a:r>
          </a:p>
          <a:p>
            <a:pPr marL="457200" indent="-457200" eaLnBrk="1" hangingPunct="1">
              <a:buClr>
                <a:srgbClr val="00B0F0"/>
              </a:buClr>
              <a:buFont typeface="+mj-lt"/>
              <a:buAutoNum type="arabicPeriod"/>
              <a:defRPr/>
            </a:pPr>
            <a:r>
              <a:rPr lang="en-US" sz="4000" dirty="0">
                <a:latin typeface="Malgun Gothic"/>
              </a:rPr>
              <a:t>주제 3</a:t>
            </a:r>
          </a:p>
          <a:p>
            <a:pPr marL="457200" indent="-457200" eaLnBrk="1" hangingPunct="1">
              <a:buClr>
                <a:srgbClr val="00B0F0"/>
              </a:buClr>
              <a:buFont typeface="+mj-lt"/>
              <a:buAutoNum type="arabicPeriod"/>
              <a:defRPr/>
            </a:pPr>
            <a:r>
              <a:rPr lang="en-US" sz="4000" dirty="0">
                <a:latin typeface="Malgun Gothic"/>
              </a:rPr>
              <a:t>복습</a:t>
            </a:r>
          </a:p>
          <a:p>
            <a:pPr marL="457200" indent="-457200" eaLnBrk="1" hangingPunct="1">
              <a:buClr>
                <a:srgbClr val="00B0F0"/>
              </a:buClr>
              <a:buFont typeface="+mj-lt"/>
              <a:buAutoNum type="arabicPeriod"/>
              <a:defRPr/>
            </a:pPr>
            <a:r>
              <a:rPr lang="en-US" sz="4000" dirty="0">
                <a:latin typeface="Malgun Gothic"/>
              </a:rPr>
              <a:t>핵심 용어</a:t>
            </a:r>
          </a:p>
          <a:p>
            <a:pPr marL="457200" indent="-457200" eaLnBrk="1" hangingPunct="1">
              <a:buClr>
                <a:srgbClr val="00B0F0"/>
              </a:buClr>
              <a:buFont typeface="+mj-lt"/>
              <a:buAutoNum type="arabicPeriod"/>
              <a:defRPr/>
            </a:pPr>
            <a:endParaRPr lang="en-US" dirty="0"/>
          </a:p>
        </p:txBody>
      </p:sp>
      <p:pic>
        <p:nvPicPr>
          <p:cNvPr id="9220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891" y="1657353"/>
            <a:ext cx="4930775" cy="432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121265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1"/>
          <p:cNvSpPr>
            <a:spLocks noGrp="1"/>
          </p:cNvSpPr>
          <p:nvPr>
            <p:ph idx="1"/>
          </p:nvPr>
        </p:nvSpPr>
        <p:spPr bwMode="auto">
          <a:xfrm>
            <a:off x="706949" y="1233165"/>
            <a:ext cx="10738550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00B0F0"/>
              </a:buClr>
            </a:pPr>
            <a:r>
              <a:rPr lang="en-US" altLang="en-US" dirty="0">
                <a:latin typeface="Malgun Gothic" panose="020B0604020202020204" pitchFamily="34" charset="0"/>
                <a:cs typeface="Arial" panose="020B0604020202020204" pitchFamily="34" charset="0"/>
              </a:rPr>
              <a:t>다음과 같은 내용을 포함할 수 있음:</a:t>
            </a:r>
          </a:p>
          <a:p>
            <a:pPr lvl="1">
              <a:buClr>
                <a:srgbClr val="00B0F0"/>
              </a:buClr>
            </a:pPr>
            <a:r>
              <a:rPr lang="en-US" altLang="en-US" sz="2800" dirty="0">
                <a:latin typeface="Malgun Gothic" panose="020B0604020202020204" pitchFamily="34" charset="0"/>
                <a:cs typeface="Arial" panose="020B0604020202020204" pitchFamily="34" charset="0"/>
              </a:rPr>
              <a:t>이전 강의 내용 복습</a:t>
            </a:r>
          </a:p>
          <a:p>
            <a:pPr lvl="1">
              <a:buClr>
                <a:srgbClr val="00B0F0"/>
              </a:buClr>
            </a:pPr>
            <a:r>
              <a:rPr lang="en-US" altLang="en-US" sz="2800" dirty="0">
                <a:latin typeface="Malgun Gothic" panose="020B0604020202020204" pitchFamily="34" charset="0"/>
                <a:cs typeface="Arial" panose="020B0604020202020204" pitchFamily="34" charset="0"/>
              </a:rPr>
              <a:t>강의와 관련된 배경 정보 제공</a:t>
            </a:r>
          </a:p>
          <a:p>
            <a:pPr lvl="1">
              <a:buClr>
                <a:srgbClr val="00B0F0"/>
              </a:buClr>
            </a:pPr>
            <a:r>
              <a:rPr lang="en-US" altLang="en-US" sz="2800" dirty="0">
                <a:latin typeface="Malgun Gothic" panose="020B0604020202020204" pitchFamily="34" charset="0"/>
                <a:cs typeface="Arial" panose="020B0604020202020204" pitchFamily="34" charset="0"/>
              </a:rPr>
              <a:t>새 핵심 용어 강조</a:t>
            </a:r>
          </a:p>
          <a:p>
            <a:pPr lvl="1">
              <a:buClr>
                <a:srgbClr val="00B0F0"/>
              </a:buClr>
            </a:pPr>
            <a:r>
              <a:rPr lang="en-US" altLang="en-US" sz="2800" dirty="0">
                <a:latin typeface="Malgun Gothic" panose="020B0604020202020204" pitchFamily="34" charset="0"/>
                <a:cs typeface="Arial" panose="020B0604020202020204" pitchFamily="34" charset="0"/>
              </a:rPr>
              <a:t>배경지식을 활성화해 청중 참여 유도(xyz가 무엇인지 아는 사람?)</a:t>
            </a:r>
          </a:p>
          <a:p>
            <a:pPr>
              <a:buClr>
                <a:srgbClr val="00B0F0"/>
              </a:buClr>
            </a:pPr>
            <a:endParaRPr lang="en-US" alt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00B0F0"/>
              </a:buClr>
            </a:pPr>
            <a:r>
              <a:rPr lang="en-US" altLang="en-US" dirty="0" smtClean="0">
                <a:latin typeface="Malgun Gothic" panose="020B0604020202020204" pitchFamily="34" charset="0"/>
                <a:cs typeface="Arial" panose="020B0604020202020204" pitchFamily="34" charset="0"/>
              </a:rPr>
              <a:t>팁:</a:t>
            </a:r>
          </a:p>
          <a:p>
            <a:pPr lvl="1">
              <a:buClr>
                <a:srgbClr val="00B0F0"/>
              </a:buClr>
            </a:pPr>
            <a:r>
              <a:rPr lang="en-US" altLang="en-US" dirty="0" smtClean="0">
                <a:latin typeface="Malgun Gothic" panose="020B0604020202020204" pitchFamily="34" charset="0"/>
                <a:cs typeface="Arial" panose="020B0604020202020204" pitchFamily="34" charset="0"/>
              </a:rPr>
              <a:t>글꼴 크기 22pt 이상 유지</a:t>
            </a:r>
          </a:p>
          <a:p>
            <a:pPr lvl="1">
              <a:buClr>
                <a:srgbClr val="00B0F0"/>
              </a:buClr>
            </a:pPr>
            <a:r>
              <a:rPr lang="en-US" altLang="en-US" dirty="0" smtClean="0">
                <a:latin typeface="Malgun Gothic" panose="020B0604020202020204" pitchFamily="34" charset="0"/>
                <a:cs typeface="Arial" panose="020B0604020202020204" pitchFamily="34" charset="0"/>
              </a:rPr>
              <a:t>짧은 문장 사용</a:t>
            </a:r>
          </a:p>
          <a:p>
            <a:pPr lvl="1">
              <a:buClr>
                <a:srgbClr val="00B0F0"/>
              </a:buClr>
            </a:pPr>
            <a:r>
              <a:rPr lang="en-US" altLang="en-US" dirty="0" smtClean="0">
                <a:latin typeface="Malgun Gothic" panose="020B0604020202020204" pitchFamily="34" charset="0"/>
                <a:cs typeface="Arial" panose="020B0604020202020204" pitchFamily="34" charset="0"/>
              </a:rPr>
              <a:t>긴 문단·긴 문장 지양</a:t>
            </a:r>
          </a:p>
          <a:p>
            <a:pPr lvl="1">
              <a:buClr>
                <a:srgbClr val="00B0F0"/>
              </a:buClr>
            </a:pPr>
            <a:r>
              <a:rPr lang="en-US" altLang="en-US" dirty="0" smtClean="0">
                <a:latin typeface="Malgun Gothic" panose="020B0604020202020204" pitchFamily="34" charset="0"/>
                <a:cs typeface="Arial" panose="020B0604020202020204" pitchFamily="34" charset="0"/>
              </a:rPr>
              <a:t>빨강·주황·녹색 등 특정 색 사용 지양</a:t>
            </a:r>
            <a:r>
              <a:rPr lang="en-US" alt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 bwMode="auto">
          <a:xfrm>
            <a:off x="652704" y="400509"/>
            <a:ext cx="6135688" cy="66198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 sz="4800" dirty="0">
                <a:latin typeface="Malgun Gothic" panose="020B0604020202020204" pitchFamily="34" charset="0"/>
              </a:rPr>
              <a:t>도입</a:t>
            </a:r>
          </a:p>
        </p:txBody>
      </p:sp>
    </p:spTree>
    <p:extLst>
      <p:ext uri="{BB962C8B-B14F-4D97-AF65-F5344CB8AC3E}">
        <p14:creationId xmlns:p14="http://schemas.microsoft.com/office/powerpoint/2010/main" val="68406398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1"/>
          <p:cNvSpPr>
            <a:spLocks noGrp="1"/>
          </p:cNvSpPr>
          <p:nvPr>
            <p:ph idx="1"/>
          </p:nvPr>
        </p:nvSpPr>
        <p:spPr bwMode="auto">
          <a:xfrm>
            <a:off x="4179407" y="1448442"/>
            <a:ext cx="7397827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00B0F0"/>
              </a:buClr>
            </a:pPr>
            <a:r>
              <a:rPr lang="en-US" altLang="en-US" sz="2400" dirty="0">
                <a:latin typeface="Malgun Gothic" panose="020B0604020202020204" pitchFamily="34" charset="0"/>
                <a:cs typeface="Arial" panose="020B0604020202020204" pitchFamily="34" charset="0"/>
              </a:rPr>
              <a:t>시각적 요소를 사용하면 배경지식이 활성화됨</a:t>
            </a:r>
          </a:p>
          <a:p>
            <a:pPr>
              <a:buClr>
                <a:srgbClr val="00B0F0"/>
              </a:buClr>
            </a:pPr>
            <a:r>
              <a:rPr lang="en-US" altLang="en-US" sz="2400" dirty="0">
                <a:latin typeface="Malgun Gothic" panose="020B0604020202020204" pitchFamily="34" charset="0"/>
                <a:cs typeface="Arial" panose="020B0604020202020204" pitchFamily="34" charset="0"/>
              </a:rPr>
              <a:t>시각적 단서는 기억 처리를 촉진함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 bwMode="auto">
          <a:xfrm>
            <a:off x="629457" y="445499"/>
            <a:ext cx="6135688" cy="66198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 sz="4800" dirty="0">
                <a:latin typeface="Malgun Gothic" panose="020B0604020202020204" pitchFamily="34" charset="0"/>
              </a:rPr>
              <a:t>주제 1</a:t>
            </a:r>
          </a:p>
        </p:txBody>
      </p:sp>
      <p:pic>
        <p:nvPicPr>
          <p:cNvPr id="11268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457" y="1362644"/>
            <a:ext cx="3051390" cy="4611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306643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1"/>
          <p:cNvSpPr>
            <a:spLocks noGrp="1"/>
          </p:cNvSpPr>
          <p:nvPr>
            <p:ph idx="1"/>
          </p:nvPr>
        </p:nvSpPr>
        <p:spPr bwMode="auto">
          <a:xfrm>
            <a:off x="776690" y="1248666"/>
            <a:ext cx="6554007" cy="5032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00B0F0"/>
              </a:buClr>
            </a:pPr>
            <a:r>
              <a:rPr lang="en-US" altLang="en-US" sz="2400" dirty="0">
                <a:latin typeface="Malgun Gothic" panose="020B0604020202020204" pitchFamily="34" charset="0"/>
                <a:cs typeface="Arial" panose="020B0604020202020204" pitchFamily="34" charset="0"/>
              </a:rPr>
              <a:t>여기에 본문을 입력하세요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 bwMode="auto">
          <a:xfrm>
            <a:off x="629457" y="406753"/>
            <a:ext cx="6135688" cy="66198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 sz="4800" dirty="0">
                <a:latin typeface="Malgun Gothic" panose="020B0604020202020204" pitchFamily="34" charset="0"/>
              </a:rPr>
              <a:t>주제 2</a:t>
            </a:r>
          </a:p>
        </p:txBody>
      </p:sp>
      <p:pic>
        <p:nvPicPr>
          <p:cNvPr id="1229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4555" y="1068740"/>
            <a:ext cx="4355168" cy="359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642806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1"/>
          <p:cNvSpPr>
            <a:spLocks noGrp="1"/>
          </p:cNvSpPr>
          <p:nvPr>
            <p:ph idx="1"/>
          </p:nvPr>
        </p:nvSpPr>
        <p:spPr bwMode="auto">
          <a:xfrm>
            <a:off x="768942" y="1209917"/>
            <a:ext cx="965366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00B0F0"/>
              </a:buClr>
            </a:pPr>
            <a:r>
              <a:rPr lang="en-US" altLang="en-US" sz="2400" dirty="0">
                <a:latin typeface="Malgun Gothic" panose="020B0604020202020204" pitchFamily="34" charset="0"/>
                <a:cs typeface="Arial" panose="020B0604020202020204" pitchFamily="34" charset="0"/>
              </a:rPr>
              <a:t>여기에 본문을 입력하세요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 bwMode="auto">
          <a:xfrm>
            <a:off x="644955" y="368007"/>
            <a:ext cx="6135688" cy="66198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 sz="4800" dirty="0" smtClean="0">
                <a:latin typeface="Malgun Gothic" panose="020B0604020202020204" pitchFamily="34" charset="0"/>
              </a:rPr>
              <a:t>주제 3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84703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1"/>
          <p:cNvSpPr>
            <a:spLocks noGrp="1"/>
          </p:cNvSpPr>
          <p:nvPr>
            <p:ph idx="1"/>
          </p:nvPr>
        </p:nvSpPr>
        <p:spPr bwMode="auto">
          <a:xfrm>
            <a:off x="4713291" y="1481138"/>
            <a:ext cx="6949184" cy="50101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00B0F0"/>
              </a:buClr>
            </a:pPr>
            <a:r>
              <a:rPr lang="en-US" altLang="en-US" sz="2400" dirty="0">
                <a:latin typeface="Malgun Gothic" panose="020B0604020202020204" pitchFamily="34" charset="0"/>
                <a:cs typeface="Arial" panose="020B0604020202020204" pitchFamily="34" charset="0"/>
              </a:rPr>
              <a:t>여기에 본문을 입력하세요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 bwMode="auto">
          <a:xfrm>
            <a:off x="637206" y="399004"/>
            <a:ext cx="6135688" cy="66198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 sz="4800" dirty="0">
                <a:latin typeface="Malgun Gothic" panose="020B0604020202020204" pitchFamily="34" charset="0"/>
              </a:rPr>
              <a:t>주제 4</a:t>
            </a:r>
          </a:p>
        </p:txBody>
      </p:sp>
      <p:pic>
        <p:nvPicPr>
          <p:cNvPr id="14340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6" y="1481138"/>
            <a:ext cx="3660193" cy="4214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316655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1"/>
          <p:cNvSpPr>
            <a:spLocks noGrp="1"/>
          </p:cNvSpPr>
          <p:nvPr>
            <p:ph idx="1"/>
          </p:nvPr>
        </p:nvSpPr>
        <p:spPr bwMode="auto">
          <a:xfrm>
            <a:off x="590712" y="1279660"/>
            <a:ext cx="10823790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00B0F0"/>
              </a:buClr>
            </a:pPr>
            <a:r>
              <a:rPr lang="en-US" altLang="en-US" sz="2400" dirty="0">
                <a:latin typeface="Malgun Gothic" panose="020B0604020202020204" pitchFamily="34" charset="0"/>
                <a:cs typeface="Arial" panose="020B0604020202020204" pitchFamily="34" charset="0"/>
              </a:rPr>
              <a:t>논의한 핵심 포인트를 강조할 수 있음</a:t>
            </a:r>
          </a:p>
          <a:p>
            <a:pPr>
              <a:buClr>
                <a:srgbClr val="00B0F0"/>
              </a:buClr>
            </a:pPr>
            <a:r>
              <a:rPr lang="en-US" altLang="en-US" sz="2400" dirty="0">
                <a:latin typeface="Malgun Gothic" panose="020B0604020202020204" pitchFamily="34" charset="0"/>
                <a:cs typeface="Arial" panose="020B0604020202020204" pitchFamily="34" charset="0"/>
              </a:rPr>
              <a:t>학생들이 핵심 포인트에 집중하도록 안내</a:t>
            </a:r>
          </a:p>
          <a:p>
            <a:pPr>
              <a:buClr>
                <a:srgbClr val="00B0F0"/>
              </a:buClr>
            </a:pPr>
            <a:r>
              <a:rPr lang="en-US" altLang="en-US" sz="2400" dirty="0">
                <a:latin typeface="Malgun Gothic" panose="020B0604020202020204" pitchFamily="34" charset="0"/>
                <a:cs typeface="Arial" panose="020B0604020202020204" pitchFamily="34" charset="0"/>
              </a:rPr>
              <a:t>항상 마지막에 ‘세션 개요’ 슬라이드를 기준으로 한 복습으로 마무리</a:t>
            </a:r>
          </a:p>
          <a:p>
            <a:pPr>
              <a:buClr>
                <a:srgbClr val="00B050"/>
              </a:buClr>
            </a:pPr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 bwMode="auto">
          <a:xfrm>
            <a:off x="590712" y="406753"/>
            <a:ext cx="6135688" cy="66198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 sz="4800" dirty="0">
                <a:latin typeface="Malgun Gothic" panose="020B0604020202020204" pitchFamily="34" charset="0"/>
              </a:rPr>
              <a:t>세션 복습</a:t>
            </a:r>
          </a:p>
        </p:txBody>
      </p:sp>
    </p:spTree>
    <p:extLst>
      <p:ext uri="{BB962C8B-B14F-4D97-AF65-F5344CB8AC3E}">
        <p14:creationId xmlns:p14="http://schemas.microsoft.com/office/powerpoint/2010/main" val="402628482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1"/>
          <p:cNvSpPr>
            <a:spLocks noGrp="1"/>
          </p:cNvSpPr>
          <p:nvPr>
            <p:ph idx="1"/>
          </p:nvPr>
        </p:nvSpPr>
        <p:spPr bwMode="auto">
          <a:xfrm>
            <a:off x="644955" y="1209918"/>
            <a:ext cx="10467330" cy="4889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00B0F0"/>
              </a:buClr>
            </a:pPr>
            <a:r>
              <a:rPr lang="en-US" altLang="en-US" sz="2400" dirty="0">
                <a:latin typeface="Malgun Gothic" panose="020B0604020202020204" pitchFamily="34" charset="0"/>
                <a:cs typeface="Arial" panose="020B0604020202020204" pitchFamily="34" charset="0"/>
              </a:rPr>
              <a:t>강의 자료에서 핵심 용어를 나열하거나(또는 정의)할 수 있음.</a:t>
            </a:r>
          </a:p>
          <a:p>
            <a:pPr>
              <a:buClr>
                <a:srgbClr val="00B0F0"/>
              </a:buClr>
            </a:pPr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 bwMode="auto">
          <a:xfrm>
            <a:off x="644955" y="437750"/>
            <a:ext cx="6135688" cy="66198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 sz="4800" dirty="0">
                <a:latin typeface="Malgun Gothic" panose="020B0604020202020204" pitchFamily="34" charset="0"/>
              </a:rPr>
              <a:t>핵심 용어</a:t>
            </a:r>
          </a:p>
        </p:txBody>
      </p:sp>
    </p:spTree>
    <p:extLst>
      <p:ext uri="{BB962C8B-B14F-4D97-AF65-F5344CB8AC3E}">
        <p14:creationId xmlns:p14="http://schemas.microsoft.com/office/powerpoint/2010/main" val="47088573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2"/>
          <p:cNvSpPr>
            <a:spLocks noGrp="1"/>
          </p:cNvSpPr>
          <p:nvPr>
            <p:ph type="title"/>
          </p:nvPr>
        </p:nvSpPr>
        <p:spPr bwMode="auto">
          <a:xfrm>
            <a:off x="614363" y="509588"/>
            <a:ext cx="10739437" cy="1181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 smtClean="0">
                <a:solidFill>
                  <a:schemeClr val="accent1"/>
                </a:solidFill>
                <a:latin typeface="Malgun Gothic" panose="020B0604020202020204" pitchFamily="34" charset="0"/>
                <a:cs typeface="Arial" panose="020B0604020202020204" pitchFamily="34" charset="0"/>
              </a:rPr>
              <a:t>문의 (Contact Me)</a:t>
            </a:r>
            <a:endParaRPr lang="en-AU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3" name="Content Placeholder 4"/>
          <p:cNvSpPr>
            <a:spLocks noGrp="1"/>
          </p:cNvSpPr>
          <p:nvPr>
            <p:ph sz="half" idx="2"/>
          </p:nvPr>
        </p:nvSpPr>
        <p:spPr bwMode="auto">
          <a:xfrm>
            <a:off x="4614379" y="1530997"/>
            <a:ext cx="5213350" cy="4346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b="1" dirty="0" smtClean="0">
                <a:solidFill>
                  <a:srgbClr val="000000"/>
                </a:solidFill>
                <a:latin typeface="Malgun Gothic"/>
              </a:rPr>
              <a:t>이름을 입력하세요</a:t>
            </a:r>
            <a:endParaRPr lang="en-US" altLang="en-US" b="1" dirty="0">
              <a:solidFill>
                <a:srgbClr val="000000"/>
              </a:solidFill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b="1" dirty="0" smtClean="0">
                <a:solidFill>
                  <a:srgbClr val="000000"/>
                </a:solidFill>
                <a:latin typeface="Malgun Gothic"/>
                <a:hlinkClick r:id="rId3"/>
              </a:rPr>
              <a:t>your.email@jcu.edu.au</a:t>
            </a:r>
            <a:r>
              <a:rPr lang="en-US" altLang="en-US" b="1" dirty="0" smtClean="0">
                <a:solidFill>
                  <a:srgbClr val="000000"/>
                </a:solidFill>
                <a:hlinkClick r:id="rId3"/>
              </a:rPr>
              <a:t/>
            </a:r>
            <a:endParaRPr lang="en-US" altLang="en-US" b="1" dirty="0" smtClean="0">
              <a:solidFill>
                <a:srgbClr val="000000"/>
              </a:solidFill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b="1" dirty="0" smtClean="0">
                <a:solidFill>
                  <a:srgbClr val="000000"/>
                </a:solidFill>
                <a:latin typeface="Malgun Gothic"/>
              </a:rPr>
              <a:t>전화: 사무실 전화번호</a:t>
            </a:r>
            <a:r>
              <a:rPr lang="en-US" altLang="en-US" b="1" dirty="0">
                <a:solidFill>
                  <a:srgbClr val="000000"/>
                </a:solidFill>
              </a:rPr>
              <a:t/>
            </a:r>
            <a:r>
              <a:rPr lang="en-US" altLang="en-US" b="1" dirty="0" smtClean="0">
                <a:solidFill>
                  <a:srgbClr val="000000"/>
                </a:solidFill>
              </a:rPr>
              <a:t/>
            </a:r>
            <a:endParaRPr lang="en-US" altLang="en-US" b="1" dirty="0">
              <a:solidFill>
                <a:srgbClr val="000000"/>
              </a:solidFill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ja-JP" b="1" dirty="0" smtClean="0">
                <a:solidFill>
                  <a:srgbClr val="000000"/>
                </a:solidFill>
                <a:latin typeface="Malgun Gothic"/>
              </a:rPr>
              <a:t>호실: 사무실 호실 번호</a:t>
            </a:r>
            <a:endParaRPr lang="en-US" altLang="ja-JP" b="1" dirty="0">
              <a:solidFill>
                <a:srgbClr val="000000"/>
              </a:solidFill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ja-JP" b="1" dirty="0">
              <a:solidFill>
                <a:srgbClr val="000000"/>
              </a:solidFill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ja-JP" b="1" dirty="0" smtClean="0">
                <a:solidFill>
                  <a:srgbClr val="000000"/>
                </a:solidFill>
                <a:latin typeface="Malgun Gothic"/>
              </a:rPr>
              <a:t>상담 시간:</a:t>
            </a:r>
            <a:endParaRPr lang="en-AU" altLang="en-US" dirty="0"/>
          </a:p>
        </p:txBody>
      </p:sp>
      <p:pic>
        <p:nvPicPr>
          <p:cNvPr id="1026" name="Picture 2" descr="Man Smiling Behind Wal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1332772"/>
            <a:ext cx="3236966" cy="485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218257" y="5634224"/>
            <a:ext cx="60055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Malgun Gothic"/>
              </a:rPr>
              <a:t>이메일을 보낼 때는 아래 에티켓을 준수하세요:</a:t>
            </a:r>
          </a:p>
          <a:p>
            <a:r>
              <a:rPr lang="en-AU" sz="1600" dirty="0">
                <a:latin typeface="Malgun Gothic"/>
                <a:hlinkClick r:id="rId5"/>
              </a:rPr>
              <a:t>https://www.jcu.edu.au/__data/assets/pdf_file/0003/872544/JCU-Email-Etiquette.pdf</a:t>
            </a:r>
            <a:r>
              <a:rPr lang="en-AU" sz="1600" dirty="0" smtClean="0">
                <a:hlinkClick r:id="rId5"/>
              </a:rPr>
              <a:t/>
            </a:r>
            <a:endParaRPr lang="en-AU" sz="1600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2797669"/>
      </p:ext>
    </p:extLst>
  </p:cSld>
  <p:clrMapOvr>
    <a:masterClrMapping/>
  </p:clrMapOvr>
  <p:transition spd="slow" advTm="29378"/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CU PPoint Template Master 2018 b" id="{BDBFCF3E-61F0-9C47-9A51-DF6DB6CE2E7B}" vid="{9DCCEFDE-1792-4944-BCFD-A5611E524D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AD30FAF1199B499FC9EC8B01EADC01" ma:contentTypeVersion="12" ma:contentTypeDescription="Create a new document." ma:contentTypeScope="" ma:versionID="0e3f9f9a97ad28e2dc86c1534afce555">
  <xsd:schema xmlns:xsd="http://www.w3.org/2001/XMLSchema" xmlns:xs="http://www.w3.org/2001/XMLSchema" xmlns:p="http://schemas.microsoft.com/office/2006/metadata/properties" xmlns:ns3="942c05ef-ed70-4287-b8e7-0472a0baa63a" xmlns:ns4="5af9a845-c6e9-4e0e-a264-9d11f6bd8891" targetNamespace="http://schemas.microsoft.com/office/2006/metadata/properties" ma:root="true" ma:fieldsID="11710e266a7f556bf96c5c81a0167c12" ns3:_="" ns4:_="">
    <xsd:import namespace="942c05ef-ed70-4287-b8e7-0472a0baa63a"/>
    <xsd:import namespace="5af9a845-c6e9-4e0e-a264-9d11f6bd889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c05ef-ed70-4287-b8e7-0472a0baa6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f9a845-c6e9-4e0e-a264-9d11f6bd8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2024D0-4405-4E26-AD56-45E0ED7835A8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5af9a845-c6e9-4e0e-a264-9d11f6bd8891"/>
    <ds:schemaRef ds:uri="http://purl.org/dc/elements/1.1/"/>
    <ds:schemaRef ds:uri="http://schemas.microsoft.com/office/2006/metadata/properties"/>
    <ds:schemaRef ds:uri="942c05ef-ed70-4287-b8e7-0472a0baa63a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4DF49F0-5D2A-434A-9392-D952770EAE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7730EF-7E53-4A3B-9D91-10B75C798F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c05ef-ed70-4287-b8e7-0472a0baa63a"/>
    <ds:schemaRef ds:uri="5af9a845-c6e9-4e0e-a264-9d11f6bd8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198</Words>
  <Application>Microsoft Office PowerPoint</Application>
  <PresentationFormat>Widescreen</PresentationFormat>
  <Paragraphs>46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ＭＳ Ｐゴシック</vt:lpstr>
      <vt:lpstr>ＭＳ Ｐゴシック</vt:lpstr>
      <vt:lpstr>游ゴシック</vt:lpstr>
      <vt:lpstr>Arial</vt:lpstr>
      <vt:lpstr>Calibri</vt:lpstr>
      <vt:lpstr>Calibri Light</vt:lpstr>
      <vt:lpstr>Playfair Display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Contact Me</vt:lpstr>
    </vt:vector>
  </TitlesOfParts>
  <Company>James Cook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Lyle Cleeland</dc:creator>
  <cp:lastModifiedBy>Lyle Cleeland</cp:lastModifiedBy>
  <cp:revision>11</cp:revision>
  <dcterms:created xsi:type="dcterms:W3CDTF">2019-02-25T23:00:44Z</dcterms:created>
  <dcterms:modified xsi:type="dcterms:W3CDTF">2020-03-23T02:05:12Z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0x010100DCAD30FAF1199B499FC9EC8B01EADC01</vt:lpwstr>
  </property>
</Properties>
</file>